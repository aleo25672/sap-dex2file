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4E79"/>
                </a:solidFill>
                <a:latin typeface="Calibri"/>
              </a:rPr>
              <a:t>Contract to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Entity diagram  ·  contract 4600000041  ·  release PO 4500002146  ·  payment 1500000000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96112"/>
            <a:ext cx="2697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Contract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07008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BusinessPartner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BusinessPartner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Supplier on the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395728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PurchaseContract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PK PurchaseContract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Supplier, CompanyCode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3584448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PurchaseContractItem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PK Contract + Item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Material, target qty, price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4773168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ContractHistory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ReleaseOrder = PO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ReleaseOrderItem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35808" y="3063240"/>
            <a:ext cx="256032" cy="164592"/>
          </a:xfrm>
          <a:prstGeom prst="rightArrow">
            <a:avLst/>
          </a:prstGeom>
          <a:solidFill>
            <a:srgbClr val="C5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896112"/>
            <a:ext cx="2697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6B6B"/>
                </a:solidFill>
                <a:latin typeface="Calibri"/>
              </a:rPr>
              <a:t>Purchase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20700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>
            <a:solidFill>
              <a:srgbClr val="0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PurchaseOrder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PK PurchaseOrder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Supplier, CompanyCode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26974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>
            <a:solidFill>
              <a:srgbClr val="0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PurchaseOrderItem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PK PO + Item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FK PurchaseContract + Item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41879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0F6B6B"/>
          </a:solidFill>
          <a:ln>
            <a:solidFill>
              <a:srgbClr val="0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PurchaseOrderHistory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Type 1 = goods receipt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Type 2 = invoice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25896" y="3063240"/>
            <a:ext cx="256032" cy="164592"/>
          </a:xfrm>
          <a:prstGeom prst="rightArrow">
            <a:avLst/>
          </a:prstGeom>
          <a:solidFill>
            <a:srgbClr val="C5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896112"/>
            <a:ext cx="2697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5A00"/>
                </a:solidFill>
                <a:latin typeface="Calibri"/>
              </a:rPr>
              <a:t>Receipt and invoice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120700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8A5A00"/>
          </a:solidFill>
          <a:ln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GoodsMovement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PK MaterialDocument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Year + Item, movement 101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26974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8A5A00"/>
          </a:solidFill>
          <a:ln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SupplierInvoice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PK Invoice + Year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+ CompanyCode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216" y="41879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8A5A00"/>
          </a:solidFill>
          <a:ln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SupplierInvoiceItem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FK PO + Item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PrmthbReferenceDocument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015984" y="3063240"/>
            <a:ext cx="256032" cy="164592"/>
          </a:xfrm>
          <a:prstGeom prst="rightArrow">
            <a:avLst/>
          </a:prstGeom>
          <a:solidFill>
            <a:srgbClr val="C5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4" y="896112"/>
            <a:ext cx="2697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C3D7A"/>
                </a:solidFill>
                <a:latin typeface="Calibri"/>
              </a:rPr>
              <a:t>Journal and payment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0304" y="1207008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5C3D7A"/>
          </a:solidFill>
          <a:ln>
            <a:solidFill>
              <a:srgbClr val="5C3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JournalLine WE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ReferenceDocumentType MKPF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ReferenceDocument = mat. doc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0304" y="2395728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5C3D7A"/>
          </a:solidFill>
          <a:ln>
            <a:solidFill>
              <a:srgbClr val="5C3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JournalLine RE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ReferenceDocumentType RMRP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ReferenceDocument = invoice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90304" y="3584448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5C3D7A"/>
          </a:solidFill>
          <a:ln>
            <a:solidFill>
              <a:srgbClr val="5C3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JournalLine KZ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Payment document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ClearingAccountingDocument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0304" y="4773168"/>
            <a:ext cx="2697480" cy="1115568"/>
          </a:xfrm>
          <a:prstGeom prst="roundRect">
            <a:avLst>
              <a:gd name="adj" fmla="val 8000"/>
            </a:avLst>
          </a:prstGeom>
          <a:solidFill>
            <a:srgbClr val="5C3D7A"/>
          </a:solidFill>
          <a:ln>
            <a:solidFill>
              <a:srgbClr val="5C3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GLAccount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PK GLAccount + CompanyCode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Stock, GR/IR, vendor, bank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A payment is a journal document of type KZ. It is not a separate CDS entity.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972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4E79"/>
                </a:solidFill>
                <a:latin typeface="Calibri"/>
              </a:rPr>
              <a:t>How the entities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0972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Worked sample 4600000041 / 4500002146. The FI document number is different from the logistics number.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297680"/>
                <a:gridCol w="3931920"/>
              </a:tblGrid>
              <a:tr h="4655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Relationship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 this sample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Contract item → PO item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PurchaseContract + PurchaseContractItem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4600000041 / 00020 and 00030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Contract history → 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ReleaseOrder + ReleaseOrderItem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4500002146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History type 1 → goods receipt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PurchasingHistoryDocument = MaterialDocument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5000002931, 5000002940, 5000002941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History type 2 → invoice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PurchasingHistoryDocument = SupplierInvoice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5100001598, 5100001599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Invoice item → goods receipt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PrmthbReferenceDocument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Filled when the item is GR-based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Material document → journal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ReferenceDocumentType MKPF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FI 5000000001, 5000000002, 5000000003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Invoice → journal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ReferenceDocumentType RMRP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FI 5100000000, 5100000001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Invoice journal → payment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ClearingAccountingDocument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KZ 1500000000, 160.50 USD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Supplier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Supplier = BusinessPartner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0001000559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65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Journal → G/L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GLAccount + CompanyCode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13600000, 21120000, 21100000, 11002000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ZEVO_C2P navigates the purchasing entities. The journal stays in I_GLAccountLineItemRawData.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