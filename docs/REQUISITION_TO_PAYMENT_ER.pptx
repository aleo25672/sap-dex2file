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097280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Requisition to Payment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93776"/>
            <a:ext cx="114300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Entity diagram  ·  requisition 10001634  ·  contract 4600000042  ·  PO 4500002148  ·  payment 1500000002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841248"/>
            <a:ext cx="219456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C3A2F"/>
                </a:solidFill>
                <a:latin typeface="Calibri"/>
              </a:rPr>
              <a:t>Requisition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" y="1554480"/>
            <a:ext cx="2194560" cy="1691640"/>
          </a:xfrm>
          <a:prstGeom prst="roundRect">
            <a:avLst>
              <a:gd name="adj" fmla="val 8000"/>
            </a:avLst>
          </a:prstGeom>
          <a:solidFill>
            <a:srgbClr val="8C3A2F"/>
          </a:solidFill>
          <a:ln>
            <a:solidFill>
              <a:srgbClr val="8C3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36576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RequisitionItem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PK Requisition + Item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Status K = contract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" y="3337560"/>
            <a:ext cx="2194560" cy="1691640"/>
          </a:xfrm>
          <a:prstGeom prst="roundRect">
            <a:avLst>
              <a:gd name="adj" fmla="val 8000"/>
            </a:avLst>
          </a:prstGeom>
          <a:solidFill>
            <a:srgbClr val="8C3A2F"/>
          </a:solidFill>
          <a:ln>
            <a:solidFill>
              <a:srgbClr val="8C3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36576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BusinessPartner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Supplier = BusinessPartner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Also the invoicing party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468879" y="3108960"/>
            <a:ext cx="164592" cy="146304"/>
          </a:xfrm>
          <a:prstGeom prst="rightArrow">
            <a:avLst/>
          </a:prstGeom>
          <a:solidFill>
            <a:srgbClr val="C5D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1760" y="841248"/>
            <a:ext cx="219456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Contract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1760" y="1133856"/>
            <a:ext cx="2194560" cy="1417320"/>
          </a:xfrm>
          <a:prstGeom prst="roundRect">
            <a:avLst>
              <a:gd name="adj" fmla="val 8000"/>
            </a:avLst>
          </a:prstGeom>
          <a:solidFill>
            <a:srgbClr val="1F4E79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36576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PurchaseContract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PK PurchaseContract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Supplier, CompanyCode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2624328"/>
            <a:ext cx="2194560" cy="1417320"/>
          </a:xfrm>
          <a:prstGeom prst="roundRect">
            <a:avLst>
              <a:gd name="adj" fmla="val 8000"/>
            </a:avLst>
          </a:prstGeom>
          <a:solidFill>
            <a:srgbClr val="1F4E79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36576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PurchaseContractItem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PK Contract + Item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Target qty and price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1760" y="4114800"/>
            <a:ext cx="2194560" cy="1417320"/>
          </a:xfrm>
          <a:prstGeom prst="roundRect">
            <a:avLst>
              <a:gd name="adj" fmla="val 8000"/>
            </a:avLst>
          </a:prstGeom>
          <a:solidFill>
            <a:srgbClr val="1F4E79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36576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ContractHistory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ReleaseOrder = PO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ReleaseOrderItem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64607" y="3108960"/>
            <a:ext cx="164592" cy="146304"/>
          </a:xfrm>
          <a:prstGeom prst="rightArrow">
            <a:avLst/>
          </a:prstGeom>
          <a:solidFill>
            <a:srgbClr val="C5D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7488" y="841248"/>
            <a:ext cx="219456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6B6B"/>
                </a:solidFill>
                <a:latin typeface="Calibri"/>
              </a:rPr>
              <a:t>Purchase order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7488" y="1133856"/>
            <a:ext cx="2194560" cy="1417320"/>
          </a:xfrm>
          <a:prstGeom prst="roundRect">
            <a:avLst>
              <a:gd name="adj" fmla="val 8000"/>
            </a:avLst>
          </a:prstGeom>
          <a:solidFill>
            <a:srgbClr val="0F6B6B"/>
          </a:solidFill>
          <a:ln>
            <a:solidFill>
              <a:srgbClr val="0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36576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PurchaseOrder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PK PurchaseOrder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Supplier, CompanyCode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47488" y="2624328"/>
            <a:ext cx="2194560" cy="1417320"/>
          </a:xfrm>
          <a:prstGeom prst="roundRect">
            <a:avLst>
              <a:gd name="adj" fmla="val 8000"/>
            </a:avLst>
          </a:prstGeom>
          <a:solidFill>
            <a:srgbClr val="0F6B6B"/>
          </a:solidFill>
          <a:ln>
            <a:solidFill>
              <a:srgbClr val="0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36576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PurchaseOrderItem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FK PurchaseContract + Item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No requisition number here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47488" y="4114800"/>
            <a:ext cx="2194560" cy="1417320"/>
          </a:xfrm>
          <a:prstGeom prst="roundRect">
            <a:avLst>
              <a:gd name="adj" fmla="val 8000"/>
            </a:avLst>
          </a:prstGeom>
          <a:solidFill>
            <a:srgbClr val="0F6B6B"/>
          </a:solidFill>
          <a:ln>
            <a:solidFill>
              <a:srgbClr val="0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36576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PurchaseOrderHistory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Type 1 = goods receipt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Type 2 = invoice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260336" y="3108960"/>
            <a:ext cx="164592" cy="146304"/>
          </a:xfrm>
          <a:prstGeom prst="rightArrow">
            <a:avLst/>
          </a:prstGeom>
          <a:solidFill>
            <a:srgbClr val="C5D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43216" y="841248"/>
            <a:ext cx="219456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5A00"/>
                </a:solidFill>
                <a:latin typeface="Calibri"/>
              </a:rPr>
              <a:t>Receipt and invoice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43216" y="1133856"/>
            <a:ext cx="2194560" cy="1417320"/>
          </a:xfrm>
          <a:prstGeom prst="roundRect">
            <a:avLst>
              <a:gd name="adj" fmla="val 8000"/>
            </a:avLst>
          </a:prstGeom>
          <a:solidFill>
            <a:srgbClr val="8A5A00"/>
          </a:solidFill>
          <a:ln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36576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GoodsMovement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PK MaterialDocument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Year + Item, movement 101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43216" y="2624328"/>
            <a:ext cx="2194560" cy="1417320"/>
          </a:xfrm>
          <a:prstGeom prst="roundRect">
            <a:avLst>
              <a:gd name="adj" fmla="val 8000"/>
            </a:avLst>
          </a:prstGeom>
          <a:solidFill>
            <a:srgbClr val="8A5A00"/>
          </a:solidFill>
          <a:ln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36576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SupplierInvoice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PK Invoice + Year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+ CompanyCode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43216" y="4114800"/>
            <a:ext cx="2194560" cy="1417320"/>
          </a:xfrm>
          <a:prstGeom prst="roundRect">
            <a:avLst>
              <a:gd name="adj" fmla="val 8000"/>
            </a:avLst>
          </a:prstGeom>
          <a:solidFill>
            <a:srgbClr val="8A5A00"/>
          </a:solidFill>
          <a:ln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36576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SupplierInvoiceItem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FK PO + Item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Quantity and amount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656064" y="3108960"/>
            <a:ext cx="164592" cy="146304"/>
          </a:xfrm>
          <a:prstGeom prst="rightArrow">
            <a:avLst/>
          </a:prstGeom>
          <a:solidFill>
            <a:srgbClr val="C5D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38944" y="841248"/>
            <a:ext cx="219456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C3D7A"/>
                </a:solidFill>
                <a:latin typeface="Calibri"/>
              </a:rPr>
              <a:t>Journal and payment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38944" y="1133856"/>
            <a:ext cx="2194560" cy="1417320"/>
          </a:xfrm>
          <a:prstGeom prst="roundRect">
            <a:avLst>
              <a:gd name="adj" fmla="val 8000"/>
            </a:avLst>
          </a:prstGeom>
          <a:solidFill>
            <a:srgbClr val="5C3D7A"/>
          </a:solidFill>
          <a:ln>
            <a:solidFill>
              <a:srgbClr val="5C3D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36576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JournalLine WE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ReferenceDocumentType MKPF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ReferenceDocument = mat. doc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38944" y="2624328"/>
            <a:ext cx="2194560" cy="1417320"/>
          </a:xfrm>
          <a:prstGeom prst="roundRect">
            <a:avLst>
              <a:gd name="adj" fmla="val 8000"/>
            </a:avLst>
          </a:prstGeom>
          <a:solidFill>
            <a:srgbClr val="5C3D7A"/>
          </a:solidFill>
          <a:ln>
            <a:solidFill>
              <a:srgbClr val="5C3D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36576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JournalLine RE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ReferenceDocumentType RMRP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ReferenceDocument = invoice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838944" y="4114800"/>
            <a:ext cx="2194560" cy="1417320"/>
          </a:xfrm>
          <a:prstGeom prst="roundRect">
            <a:avLst>
              <a:gd name="adj" fmla="val 8000"/>
            </a:avLst>
          </a:prstGeom>
          <a:solidFill>
            <a:srgbClr val="5C3D7A"/>
          </a:solidFill>
          <a:ln>
            <a:solidFill>
              <a:srgbClr val="5C3D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36576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JournalLine KZ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Payment document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ClearingAccountingDocument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The requisition item does not store the contract number. The PO item and the contract history do.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097280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How the entities 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93776"/>
            <a:ext cx="1133856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With a contract: requisition 10001634, contract 4600000042, PO 4500002148. A direct requisition skips the contract.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96112"/>
          <a:ext cx="11429999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389120"/>
                <a:gridCol w="3749039"/>
              </a:tblGrid>
              <a:tr h="47382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Relationship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Key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 this sample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Requisition → contract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Same text, supplier, plant, quantity. Status K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0010001634 → 4600000042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Contract item → 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PurchaseContract + PurchaseContractItem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ReleaseOrder 4500002148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Contract item → PO item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PurchaseContract + PurchaseContractItem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4600000042 / 00010 and 00020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History type 1 → goods receipt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PurchasingHistoryDocument = MaterialDocument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5000002952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History type 2 → invoice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PurchasingHistoryDocument = SupplierInvoice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5100001601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Material document → journal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ReferenceDocumentType MKPF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FI 5000000004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Invoice → journal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ReferenceDocumentType RMRP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FI 5100000003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Invoice journal → payment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ClearingAccountingDocument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KZ 1500000002, 221.00 USD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Direct requisition → PO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PurchaseRequisition + Item on the PO item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0010001624 → 4500002147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47383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That invoice → payment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ClearingAccountingDocument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KZ 1500000001, 21,500.00 USD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Status K means the requisition was converted to a contract. Status B means it was converted straight to a purchase order.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